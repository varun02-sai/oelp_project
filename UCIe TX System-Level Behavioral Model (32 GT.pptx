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56" r:id="rId2"/>
    <p:sldId id="280" r:id="rId3"/>
    <p:sldId id="257" r:id="rId4"/>
    <p:sldId id="258" r:id="rId5"/>
    <p:sldId id="259" r:id="rId6"/>
    <p:sldId id="260" r:id="rId7"/>
    <p:sldId id="261" r:id="rId8"/>
    <p:sldId id="264" r:id="rId9"/>
    <p:sldId id="262" r:id="rId10"/>
    <p:sldId id="263" r:id="rId11"/>
    <p:sldId id="265" r:id="rId12"/>
    <p:sldId id="266" r:id="rId13"/>
    <p:sldId id="267" r:id="rId14"/>
    <p:sldId id="269" r:id="rId15"/>
    <p:sldId id="270" r:id="rId16"/>
    <p:sldId id="277" r:id="rId17"/>
    <p:sldId id="278" r:id="rId18"/>
    <p:sldId id="281" r:id="rId19"/>
    <p:sldId id="283" r:id="rId20"/>
    <p:sldId id="279" r:id="rId21"/>
    <p:sldId id="276" r:id="rId22"/>
    <p:sldId id="27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MTA BANDARI" userId="5c4c3f66bd0f6706" providerId="LiveId" clId="{A2537279-528E-4D6A-8500-47AA02D85714}"/>
    <pc:docChg chg="undo redo custSel addSld delSld modSld sldOrd">
      <pc:chgData name="MAMTA BANDARI" userId="5c4c3f66bd0f6706" providerId="LiveId" clId="{A2537279-528E-4D6A-8500-47AA02D85714}" dt="2026-05-07T08:36:54.375" v="2034" actId="5793"/>
      <pc:docMkLst>
        <pc:docMk/>
      </pc:docMkLst>
      <pc:sldChg chg="modSp mod">
        <pc:chgData name="MAMTA BANDARI" userId="5c4c3f66bd0f6706" providerId="LiveId" clId="{A2537279-528E-4D6A-8500-47AA02D85714}" dt="2026-05-06T19:46:39.919" v="1644" actId="12"/>
        <pc:sldMkLst>
          <pc:docMk/>
          <pc:sldMk cId="3876029721" sldId="257"/>
        </pc:sldMkLst>
        <pc:spChg chg="mod">
          <ac:chgData name="MAMTA BANDARI" userId="5c4c3f66bd0f6706" providerId="LiveId" clId="{A2537279-528E-4D6A-8500-47AA02D85714}" dt="2026-05-06T19:46:39.919" v="1644" actId="12"/>
          <ac:spMkLst>
            <pc:docMk/>
            <pc:sldMk cId="3876029721" sldId="257"/>
            <ac:spMk id="4" creationId="{A00F49B4-41FD-E23C-F65D-4A7BF5F50C8F}"/>
          </ac:spMkLst>
        </pc:spChg>
      </pc:sldChg>
      <pc:sldChg chg="modSp mod">
        <pc:chgData name="MAMTA BANDARI" userId="5c4c3f66bd0f6706" providerId="LiveId" clId="{A2537279-528E-4D6A-8500-47AA02D85714}" dt="2026-05-07T08:12:51.241" v="2029" actId="20577"/>
        <pc:sldMkLst>
          <pc:docMk/>
          <pc:sldMk cId="2302731698" sldId="258"/>
        </pc:sldMkLst>
        <pc:spChg chg="mod">
          <ac:chgData name="MAMTA BANDARI" userId="5c4c3f66bd0f6706" providerId="LiveId" clId="{A2537279-528E-4D6A-8500-47AA02D85714}" dt="2026-05-07T08:12:51.241" v="2029" actId="20577"/>
          <ac:spMkLst>
            <pc:docMk/>
            <pc:sldMk cId="2302731698" sldId="258"/>
            <ac:spMk id="5" creationId="{78824094-17CA-6686-21EF-D21A354BCEDA}"/>
          </ac:spMkLst>
        </pc:spChg>
      </pc:sldChg>
      <pc:sldChg chg="addSp modSp new mod">
        <pc:chgData name="MAMTA BANDARI" userId="5c4c3f66bd0f6706" providerId="LiveId" clId="{A2537279-528E-4D6A-8500-47AA02D85714}" dt="2026-04-27T15:32:36.267" v="23" actId="14100"/>
        <pc:sldMkLst>
          <pc:docMk/>
          <pc:sldMk cId="400247883" sldId="259"/>
        </pc:sldMkLst>
        <pc:spChg chg="add mod">
          <ac:chgData name="MAMTA BANDARI" userId="5c4c3f66bd0f6706" providerId="LiveId" clId="{A2537279-528E-4D6A-8500-47AA02D85714}" dt="2026-04-27T15:31:58.655" v="16" actId="1076"/>
          <ac:spMkLst>
            <pc:docMk/>
            <pc:sldMk cId="400247883" sldId="259"/>
            <ac:spMk id="3" creationId="{7FAD0D3A-ABBD-975F-BA9D-55B2FB13ECA0}"/>
          </ac:spMkLst>
        </pc:spChg>
        <pc:picChg chg="add mod">
          <ac:chgData name="MAMTA BANDARI" userId="5c4c3f66bd0f6706" providerId="LiveId" clId="{A2537279-528E-4D6A-8500-47AA02D85714}" dt="2026-04-27T15:32:36.267" v="23" actId="14100"/>
          <ac:picMkLst>
            <pc:docMk/>
            <pc:sldMk cId="400247883" sldId="259"/>
            <ac:picMk id="4" creationId="{C1190FEF-DEBF-982B-B99B-3A0AD06C7E39}"/>
          </ac:picMkLst>
        </pc:picChg>
      </pc:sldChg>
      <pc:sldChg chg="addSp modSp new mod">
        <pc:chgData name="MAMTA BANDARI" userId="5c4c3f66bd0f6706" providerId="LiveId" clId="{A2537279-528E-4D6A-8500-47AA02D85714}" dt="2026-04-27T19:02:02.907" v="1586" actId="1076"/>
        <pc:sldMkLst>
          <pc:docMk/>
          <pc:sldMk cId="1241099164" sldId="260"/>
        </pc:sldMkLst>
        <pc:spChg chg="add mod">
          <ac:chgData name="MAMTA BANDARI" userId="5c4c3f66bd0f6706" providerId="LiveId" clId="{A2537279-528E-4D6A-8500-47AA02D85714}" dt="2026-04-27T19:01:54.432" v="1584" actId="2710"/>
          <ac:spMkLst>
            <pc:docMk/>
            <pc:sldMk cId="1241099164" sldId="260"/>
            <ac:spMk id="3" creationId="{961202A4-A03A-1736-7905-66E20B1A248C}"/>
          </ac:spMkLst>
        </pc:spChg>
        <pc:spChg chg="add mod">
          <ac:chgData name="MAMTA BANDARI" userId="5c4c3f66bd0f6706" providerId="LiveId" clId="{A2537279-528E-4D6A-8500-47AA02D85714}" dt="2026-04-27T19:01:58.488" v="1585" actId="1076"/>
          <ac:spMkLst>
            <pc:docMk/>
            <pc:sldMk cId="1241099164" sldId="260"/>
            <ac:spMk id="5" creationId="{0F5747D2-254D-990A-B4B1-16F405AFB327}"/>
          </ac:spMkLst>
        </pc:spChg>
        <pc:picChg chg="add mod">
          <ac:chgData name="MAMTA BANDARI" userId="5c4c3f66bd0f6706" providerId="LiveId" clId="{A2537279-528E-4D6A-8500-47AA02D85714}" dt="2026-04-27T19:02:02.907" v="1586" actId="1076"/>
          <ac:picMkLst>
            <pc:docMk/>
            <pc:sldMk cId="1241099164" sldId="260"/>
            <ac:picMk id="7" creationId="{A1224742-5EAA-D307-B3CC-CAE51ECA3FB9}"/>
          </ac:picMkLst>
        </pc:picChg>
      </pc:sldChg>
      <pc:sldChg chg="new del">
        <pc:chgData name="MAMTA BANDARI" userId="5c4c3f66bd0f6706" providerId="LiveId" clId="{A2537279-528E-4D6A-8500-47AA02D85714}" dt="2026-04-27T15:43:08.644" v="117" actId="680"/>
        <pc:sldMkLst>
          <pc:docMk/>
          <pc:sldMk cId="1063582452" sldId="261"/>
        </pc:sldMkLst>
      </pc:sldChg>
      <pc:sldChg chg="addSp modSp new mod">
        <pc:chgData name="MAMTA BANDARI" userId="5c4c3f66bd0f6706" providerId="LiveId" clId="{A2537279-528E-4D6A-8500-47AA02D85714}" dt="2026-04-27T15:53:15.722" v="223" actId="1076"/>
        <pc:sldMkLst>
          <pc:docMk/>
          <pc:sldMk cId="1767457876" sldId="261"/>
        </pc:sldMkLst>
        <pc:spChg chg="add mod">
          <ac:chgData name="MAMTA BANDARI" userId="5c4c3f66bd0f6706" providerId="LiveId" clId="{A2537279-528E-4D6A-8500-47AA02D85714}" dt="2026-04-27T15:52:48.295" v="220" actId="255"/>
          <ac:spMkLst>
            <pc:docMk/>
            <pc:sldMk cId="1767457876" sldId="261"/>
            <ac:spMk id="3" creationId="{88DBF35A-7D0A-FBC7-73FA-AF4E589A1CF5}"/>
          </ac:spMkLst>
        </pc:spChg>
        <pc:picChg chg="add mod">
          <ac:chgData name="MAMTA BANDARI" userId="5c4c3f66bd0f6706" providerId="LiveId" clId="{A2537279-528E-4D6A-8500-47AA02D85714}" dt="2026-04-27T15:53:15.722" v="223" actId="1076"/>
          <ac:picMkLst>
            <pc:docMk/>
            <pc:sldMk cId="1767457876" sldId="261"/>
            <ac:picMk id="5" creationId="{51BDDA95-1B99-23E0-D664-A97D3086AAB1}"/>
          </ac:picMkLst>
        </pc:picChg>
      </pc:sldChg>
      <pc:sldChg chg="addSp delSp modSp new mod">
        <pc:chgData name="MAMTA BANDARI" userId="5c4c3f66bd0f6706" providerId="LiveId" clId="{A2537279-528E-4D6A-8500-47AA02D85714}" dt="2026-05-07T06:09:01.452" v="1991" actId="5793"/>
        <pc:sldMkLst>
          <pc:docMk/>
          <pc:sldMk cId="622536510" sldId="262"/>
        </pc:sldMkLst>
        <pc:spChg chg="add mod">
          <ac:chgData name="MAMTA BANDARI" userId="5c4c3f66bd0f6706" providerId="LiveId" clId="{A2537279-528E-4D6A-8500-47AA02D85714}" dt="2026-05-07T06:09:01.452" v="1991" actId="5793"/>
          <ac:spMkLst>
            <pc:docMk/>
            <pc:sldMk cId="622536510" sldId="262"/>
            <ac:spMk id="3" creationId="{C4FE095C-61F2-DC0C-796A-810548BB9BD6}"/>
          </ac:spMkLst>
        </pc:spChg>
        <pc:picChg chg="add mod">
          <ac:chgData name="MAMTA BANDARI" userId="5c4c3f66bd0f6706" providerId="LiveId" clId="{A2537279-528E-4D6A-8500-47AA02D85714}" dt="2026-05-07T05:38:54.785" v="1978" actId="14100"/>
          <ac:picMkLst>
            <pc:docMk/>
            <pc:sldMk cId="622536510" sldId="262"/>
            <ac:picMk id="15" creationId="{7F40F9AA-86B9-DCBB-52FB-177A81D15930}"/>
          </ac:picMkLst>
        </pc:picChg>
      </pc:sldChg>
      <pc:sldChg chg="addSp delSp modSp new mod">
        <pc:chgData name="MAMTA BANDARI" userId="5c4c3f66bd0f6706" providerId="LiveId" clId="{A2537279-528E-4D6A-8500-47AA02D85714}" dt="2026-04-27T16:27:20.321" v="755" actId="14100"/>
        <pc:sldMkLst>
          <pc:docMk/>
          <pc:sldMk cId="3262609790" sldId="263"/>
        </pc:sldMkLst>
        <pc:spChg chg="add mod">
          <ac:chgData name="MAMTA BANDARI" userId="5c4c3f66bd0f6706" providerId="LiveId" clId="{A2537279-528E-4D6A-8500-47AA02D85714}" dt="2026-04-27T16:25:04.637" v="727" actId="1076"/>
          <ac:spMkLst>
            <pc:docMk/>
            <pc:sldMk cId="3262609790" sldId="263"/>
            <ac:spMk id="3" creationId="{AB5D8D76-E834-9901-F545-EEFBA3B1FCF7}"/>
          </ac:spMkLst>
        </pc:spChg>
        <pc:graphicFrameChg chg="add mod modGraphic">
          <ac:chgData name="MAMTA BANDARI" userId="5c4c3f66bd0f6706" providerId="LiveId" clId="{A2537279-528E-4D6A-8500-47AA02D85714}" dt="2026-04-27T16:26:46.220" v="747" actId="1076"/>
          <ac:graphicFrameMkLst>
            <pc:docMk/>
            <pc:sldMk cId="3262609790" sldId="263"/>
            <ac:graphicFrameMk id="4" creationId="{100FC29D-A04E-C2AB-2A37-E55F4D4D162F}"/>
          </ac:graphicFrameMkLst>
        </pc:graphicFrameChg>
        <pc:picChg chg="add mod">
          <ac:chgData name="MAMTA BANDARI" userId="5c4c3f66bd0f6706" providerId="LiveId" clId="{A2537279-528E-4D6A-8500-47AA02D85714}" dt="2026-04-27T16:27:20.321" v="755" actId="14100"/>
          <ac:picMkLst>
            <pc:docMk/>
            <pc:sldMk cId="3262609790" sldId="263"/>
            <ac:picMk id="8" creationId="{94353B31-AABD-9FCE-9B72-C68A7121769C}"/>
          </ac:picMkLst>
        </pc:picChg>
      </pc:sldChg>
      <pc:sldChg chg="addSp modSp new mod ord">
        <pc:chgData name="MAMTA BANDARI" userId="5c4c3f66bd0f6706" providerId="LiveId" clId="{A2537279-528E-4D6A-8500-47AA02D85714}" dt="2026-05-07T08:18:46.938" v="2032" actId="14100"/>
        <pc:sldMkLst>
          <pc:docMk/>
          <pc:sldMk cId="3879744872" sldId="264"/>
        </pc:sldMkLst>
        <pc:spChg chg="add mod">
          <ac:chgData name="MAMTA BANDARI" userId="5c4c3f66bd0f6706" providerId="LiveId" clId="{A2537279-528E-4D6A-8500-47AA02D85714}" dt="2026-05-07T06:00:11.420" v="1982" actId="20577"/>
          <ac:spMkLst>
            <pc:docMk/>
            <pc:sldMk cId="3879744872" sldId="264"/>
            <ac:spMk id="3" creationId="{7562A2E3-7C79-A96A-2750-560117B60C03}"/>
          </ac:spMkLst>
        </pc:spChg>
        <pc:spChg chg="add mod">
          <ac:chgData name="MAMTA BANDARI" userId="5c4c3f66bd0f6706" providerId="LiveId" clId="{A2537279-528E-4D6A-8500-47AA02D85714}" dt="2026-04-27T17:15:35.518" v="803" actId="2711"/>
          <ac:spMkLst>
            <pc:docMk/>
            <pc:sldMk cId="3879744872" sldId="264"/>
            <ac:spMk id="5" creationId="{04B4AF96-9115-719B-037F-DE29BFA278D5}"/>
          </ac:spMkLst>
        </pc:spChg>
        <pc:picChg chg="add mod modCrop">
          <ac:chgData name="MAMTA BANDARI" userId="5c4c3f66bd0f6706" providerId="LiveId" clId="{A2537279-528E-4D6A-8500-47AA02D85714}" dt="2026-05-07T08:18:46.938" v="2032" actId="14100"/>
          <ac:picMkLst>
            <pc:docMk/>
            <pc:sldMk cId="3879744872" sldId="264"/>
            <ac:picMk id="7" creationId="{C50155A6-605E-A806-3EBB-705BB2B70976}"/>
          </ac:picMkLst>
        </pc:picChg>
      </pc:sldChg>
      <pc:sldChg chg="addSp modSp new mod">
        <pc:chgData name="MAMTA BANDARI" userId="5c4c3f66bd0f6706" providerId="LiveId" clId="{A2537279-528E-4D6A-8500-47AA02D85714}" dt="2026-05-07T07:12:00.581" v="1998" actId="14100"/>
        <pc:sldMkLst>
          <pc:docMk/>
          <pc:sldMk cId="1597870634" sldId="265"/>
        </pc:sldMkLst>
        <pc:spChg chg="add mod">
          <ac:chgData name="MAMTA BANDARI" userId="5c4c3f66bd0f6706" providerId="LiveId" clId="{A2537279-528E-4D6A-8500-47AA02D85714}" dt="2026-04-27T17:17:43.499" v="825" actId="2710"/>
          <ac:spMkLst>
            <pc:docMk/>
            <pc:sldMk cId="1597870634" sldId="265"/>
            <ac:spMk id="3" creationId="{EF72DF2D-83C2-1357-B098-D2D06DA7831A}"/>
          </ac:spMkLst>
        </pc:spChg>
        <pc:spChg chg="add mod">
          <ac:chgData name="MAMTA BANDARI" userId="5c4c3f66bd0f6706" providerId="LiveId" clId="{A2537279-528E-4D6A-8500-47AA02D85714}" dt="2026-04-27T17:20:51.138" v="877" actId="20577"/>
          <ac:spMkLst>
            <pc:docMk/>
            <pc:sldMk cId="1597870634" sldId="265"/>
            <ac:spMk id="5" creationId="{DA1A4BBE-E3F1-D277-98EB-0E7E548208DE}"/>
          </ac:spMkLst>
        </pc:spChg>
        <pc:picChg chg="add mod modCrop">
          <ac:chgData name="MAMTA BANDARI" userId="5c4c3f66bd0f6706" providerId="LiveId" clId="{A2537279-528E-4D6A-8500-47AA02D85714}" dt="2026-05-07T07:12:00.581" v="1998" actId="14100"/>
          <ac:picMkLst>
            <pc:docMk/>
            <pc:sldMk cId="1597870634" sldId="265"/>
            <ac:picMk id="7" creationId="{FF9F0683-E016-22BE-618D-0DDBFF9B6DED}"/>
          </ac:picMkLst>
        </pc:picChg>
      </pc:sldChg>
      <pc:sldChg chg="addSp modSp new mod">
        <pc:chgData name="MAMTA BANDARI" userId="5c4c3f66bd0f6706" providerId="LiveId" clId="{A2537279-528E-4D6A-8500-47AA02D85714}" dt="2026-04-27T17:28:43.303" v="916" actId="14100"/>
        <pc:sldMkLst>
          <pc:docMk/>
          <pc:sldMk cId="718640375" sldId="266"/>
        </pc:sldMkLst>
        <pc:spChg chg="add mod">
          <ac:chgData name="MAMTA BANDARI" userId="5c4c3f66bd0f6706" providerId="LiveId" clId="{A2537279-528E-4D6A-8500-47AA02D85714}" dt="2026-04-27T17:22:28.959" v="887" actId="1076"/>
          <ac:spMkLst>
            <pc:docMk/>
            <pc:sldMk cId="718640375" sldId="266"/>
            <ac:spMk id="3" creationId="{6FF39D5D-7B2F-2494-2AE4-6C39D7F8ADDA}"/>
          </ac:spMkLst>
        </pc:spChg>
        <pc:spChg chg="add mod">
          <ac:chgData name="MAMTA BANDARI" userId="5c4c3f66bd0f6706" providerId="LiveId" clId="{A2537279-528E-4D6A-8500-47AA02D85714}" dt="2026-04-27T17:27:23.558" v="905" actId="20577"/>
          <ac:spMkLst>
            <pc:docMk/>
            <pc:sldMk cId="718640375" sldId="266"/>
            <ac:spMk id="5" creationId="{524A1C2C-58DA-EAE8-6E6E-4C819E7341EE}"/>
          </ac:spMkLst>
        </pc:spChg>
        <pc:picChg chg="add mod">
          <ac:chgData name="MAMTA BANDARI" userId="5c4c3f66bd0f6706" providerId="LiveId" clId="{A2537279-528E-4D6A-8500-47AA02D85714}" dt="2026-04-27T17:28:43.303" v="916" actId="14100"/>
          <ac:picMkLst>
            <pc:docMk/>
            <pc:sldMk cId="718640375" sldId="266"/>
            <ac:picMk id="7" creationId="{3A7FB5A2-9E7E-405C-9BED-A0FAED64D374}"/>
          </ac:picMkLst>
        </pc:picChg>
      </pc:sldChg>
      <pc:sldChg chg="addSp modSp new mod">
        <pc:chgData name="MAMTA BANDARI" userId="5c4c3f66bd0f6706" providerId="LiveId" clId="{A2537279-528E-4D6A-8500-47AA02D85714}" dt="2026-04-27T19:04:04.635" v="1599" actId="20577"/>
        <pc:sldMkLst>
          <pc:docMk/>
          <pc:sldMk cId="158280645" sldId="267"/>
        </pc:sldMkLst>
        <pc:spChg chg="add mod">
          <ac:chgData name="MAMTA BANDARI" userId="5c4c3f66bd0f6706" providerId="LiveId" clId="{A2537279-528E-4D6A-8500-47AA02D85714}" dt="2026-04-27T19:03:34.552" v="1591" actId="2710"/>
          <ac:spMkLst>
            <pc:docMk/>
            <pc:sldMk cId="158280645" sldId="267"/>
            <ac:spMk id="3" creationId="{AB2D1B7E-6E0C-B665-7F48-44B79982B896}"/>
          </ac:spMkLst>
        </pc:spChg>
        <pc:spChg chg="add mod">
          <ac:chgData name="MAMTA BANDARI" userId="5c4c3f66bd0f6706" providerId="LiveId" clId="{A2537279-528E-4D6A-8500-47AA02D85714}" dt="2026-04-27T19:04:04.635" v="1599" actId="20577"/>
          <ac:spMkLst>
            <pc:docMk/>
            <pc:sldMk cId="158280645" sldId="267"/>
            <ac:spMk id="5" creationId="{E5EFABA5-09F7-0C75-4EC7-825691AE206B}"/>
          </ac:spMkLst>
        </pc:spChg>
        <pc:picChg chg="add mod">
          <ac:chgData name="MAMTA BANDARI" userId="5c4c3f66bd0f6706" providerId="LiveId" clId="{A2537279-528E-4D6A-8500-47AA02D85714}" dt="2026-04-27T19:03:51.317" v="1595" actId="1076"/>
          <ac:picMkLst>
            <pc:docMk/>
            <pc:sldMk cId="158280645" sldId="267"/>
            <ac:picMk id="7" creationId="{9712B028-805A-83A6-E607-792D2FB6A354}"/>
          </ac:picMkLst>
        </pc:picChg>
      </pc:sldChg>
      <pc:sldChg chg="addSp modSp new del mod">
        <pc:chgData name="MAMTA BANDARI" userId="5c4c3f66bd0f6706" providerId="LiveId" clId="{A2537279-528E-4D6A-8500-47AA02D85714}" dt="2026-05-06T19:48:59.843" v="1645" actId="47"/>
        <pc:sldMkLst>
          <pc:docMk/>
          <pc:sldMk cId="4232102141" sldId="268"/>
        </pc:sldMkLst>
      </pc:sldChg>
      <pc:sldChg chg="addSp modSp new mod">
        <pc:chgData name="MAMTA BANDARI" userId="5c4c3f66bd0f6706" providerId="LiveId" clId="{A2537279-528E-4D6A-8500-47AA02D85714}" dt="2026-05-07T07:29:59.342" v="2008" actId="1076"/>
        <pc:sldMkLst>
          <pc:docMk/>
          <pc:sldMk cId="177345206" sldId="269"/>
        </pc:sldMkLst>
        <pc:spChg chg="add mod">
          <ac:chgData name="MAMTA BANDARI" userId="5c4c3f66bd0f6706" providerId="LiveId" clId="{A2537279-528E-4D6A-8500-47AA02D85714}" dt="2026-05-07T07:29:49.275" v="2007" actId="20577"/>
          <ac:spMkLst>
            <pc:docMk/>
            <pc:sldMk cId="177345206" sldId="269"/>
            <ac:spMk id="3" creationId="{F403D8D0-9021-F1FC-0F4F-D5F05577FC09}"/>
          </ac:spMkLst>
        </pc:spChg>
        <pc:spChg chg="add mod">
          <ac:chgData name="MAMTA BANDARI" userId="5c4c3f66bd0f6706" providerId="LiveId" clId="{A2537279-528E-4D6A-8500-47AA02D85714}" dt="2026-04-27T17:37:21.056" v="995" actId="5793"/>
          <ac:spMkLst>
            <pc:docMk/>
            <pc:sldMk cId="177345206" sldId="269"/>
            <ac:spMk id="5" creationId="{0C89A8C0-AC0D-6A39-8C3C-820429049F96}"/>
          </ac:spMkLst>
        </pc:spChg>
        <pc:picChg chg="add mod">
          <ac:chgData name="MAMTA BANDARI" userId="5c4c3f66bd0f6706" providerId="LiveId" clId="{A2537279-528E-4D6A-8500-47AA02D85714}" dt="2026-05-07T07:29:59.342" v="2008" actId="1076"/>
          <ac:picMkLst>
            <pc:docMk/>
            <pc:sldMk cId="177345206" sldId="269"/>
            <ac:picMk id="7" creationId="{DDCE50E6-6DDE-4861-3CEC-C41A201E1C8E}"/>
          </ac:picMkLst>
        </pc:picChg>
      </pc:sldChg>
      <pc:sldChg chg="addSp delSp modSp new mod">
        <pc:chgData name="MAMTA BANDARI" userId="5c4c3f66bd0f6706" providerId="LiveId" clId="{A2537279-528E-4D6A-8500-47AA02D85714}" dt="2026-05-06T19:56:04.015" v="1727" actId="20577"/>
        <pc:sldMkLst>
          <pc:docMk/>
          <pc:sldMk cId="263479105" sldId="270"/>
        </pc:sldMkLst>
        <pc:spChg chg="add mod">
          <ac:chgData name="MAMTA BANDARI" userId="5c4c3f66bd0f6706" providerId="LiveId" clId="{A2537279-528E-4D6A-8500-47AA02D85714}" dt="2026-05-06T19:55:09.855" v="1715" actId="1076"/>
          <ac:spMkLst>
            <pc:docMk/>
            <pc:sldMk cId="263479105" sldId="270"/>
            <ac:spMk id="3" creationId="{340E2A27-1910-555D-B708-6C379FC460F3}"/>
          </ac:spMkLst>
        </pc:spChg>
        <pc:spChg chg="add mod">
          <ac:chgData name="MAMTA BANDARI" userId="5c4c3f66bd0f6706" providerId="LiveId" clId="{A2537279-528E-4D6A-8500-47AA02D85714}" dt="2026-05-06T19:55:23.156" v="1718" actId="1076"/>
          <ac:spMkLst>
            <pc:docMk/>
            <pc:sldMk cId="263479105" sldId="270"/>
            <ac:spMk id="4" creationId="{B5D0B26D-E194-83B3-9ADA-1170908F8969}"/>
          </ac:spMkLst>
        </pc:spChg>
        <pc:spChg chg="add mod">
          <ac:chgData name="MAMTA BANDARI" userId="5c4c3f66bd0f6706" providerId="LiveId" clId="{A2537279-528E-4D6A-8500-47AA02D85714}" dt="2026-05-06T19:55:15.105" v="1716" actId="1076"/>
          <ac:spMkLst>
            <pc:docMk/>
            <pc:sldMk cId="263479105" sldId="270"/>
            <ac:spMk id="5" creationId="{FBD541BE-A69B-3806-EC2D-04CD792DD7D5}"/>
          </ac:spMkLst>
        </pc:spChg>
        <pc:spChg chg="add mod">
          <ac:chgData name="MAMTA BANDARI" userId="5c4c3f66bd0f6706" providerId="LiveId" clId="{A2537279-528E-4D6A-8500-47AA02D85714}" dt="2026-05-06T19:56:04.015" v="1727" actId="20577"/>
          <ac:spMkLst>
            <pc:docMk/>
            <pc:sldMk cId="263479105" sldId="270"/>
            <ac:spMk id="10" creationId="{ACD622A5-56AC-15B5-AA65-959B9A2A3D67}"/>
          </ac:spMkLst>
        </pc:spChg>
        <pc:picChg chg="add mod">
          <ac:chgData name="MAMTA BANDARI" userId="5c4c3f66bd0f6706" providerId="LiveId" clId="{A2537279-528E-4D6A-8500-47AA02D85714}" dt="2026-05-06T19:55:31.295" v="1720" actId="1076"/>
          <ac:picMkLst>
            <pc:docMk/>
            <pc:sldMk cId="263479105" sldId="270"/>
            <ac:picMk id="6" creationId="{5F5269C7-0393-15FF-0636-BE0E5288B37B}"/>
          </ac:picMkLst>
        </pc:picChg>
        <pc:picChg chg="add mod">
          <ac:chgData name="MAMTA BANDARI" userId="5c4c3f66bd0f6706" providerId="LiveId" clId="{A2537279-528E-4D6A-8500-47AA02D85714}" dt="2026-05-06T19:55:18.603" v="1717" actId="1076"/>
          <ac:picMkLst>
            <pc:docMk/>
            <pc:sldMk cId="263479105" sldId="270"/>
            <ac:picMk id="7" creationId="{89B45242-714D-0B3D-6902-FD6665234070}"/>
          </ac:picMkLst>
        </pc:picChg>
        <pc:picChg chg="add mod">
          <ac:chgData name="MAMTA BANDARI" userId="5c4c3f66bd0f6706" providerId="LiveId" clId="{A2537279-528E-4D6A-8500-47AA02D85714}" dt="2026-05-06T19:55:28.560" v="1719" actId="1076"/>
          <ac:picMkLst>
            <pc:docMk/>
            <pc:sldMk cId="263479105" sldId="270"/>
            <ac:picMk id="9" creationId="{DBB35CAE-5C2A-5097-7C0A-2B8B172C1ADA}"/>
          </ac:picMkLst>
        </pc:picChg>
      </pc:sldChg>
      <pc:sldChg chg="addSp delSp modSp new del mod">
        <pc:chgData name="MAMTA BANDARI" userId="5c4c3f66bd0f6706" providerId="LiveId" clId="{A2537279-528E-4D6A-8500-47AA02D85714}" dt="2026-05-06T19:56:12.054" v="1728" actId="47"/>
        <pc:sldMkLst>
          <pc:docMk/>
          <pc:sldMk cId="1981205157" sldId="271"/>
        </pc:sldMkLst>
        <pc:spChg chg="add mod">
          <ac:chgData name="MAMTA BANDARI" userId="5c4c3f66bd0f6706" providerId="LiveId" clId="{A2537279-528E-4D6A-8500-47AA02D85714}" dt="2026-05-06T19:54:30.476" v="1708" actId="21"/>
          <ac:spMkLst>
            <pc:docMk/>
            <pc:sldMk cId="1981205157" sldId="271"/>
            <ac:spMk id="3" creationId="{9A21B98B-06E6-6A04-341B-22D72901B289}"/>
          </ac:spMkLst>
        </pc:spChg>
        <pc:picChg chg="add del mod">
          <ac:chgData name="MAMTA BANDARI" userId="5c4c3f66bd0f6706" providerId="LiveId" clId="{A2537279-528E-4D6A-8500-47AA02D85714}" dt="2026-05-06T19:53:42.095" v="1698" actId="21"/>
          <ac:picMkLst>
            <pc:docMk/>
            <pc:sldMk cId="1981205157" sldId="271"/>
            <ac:picMk id="7" creationId="{5F5269C7-0393-15FF-0636-BE0E5288B37B}"/>
          </ac:picMkLst>
        </pc:picChg>
        <pc:picChg chg="add del mod">
          <ac:chgData name="MAMTA BANDARI" userId="5c4c3f66bd0f6706" providerId="LiveId" clId="{A2537279-528E-4D6A-8500-47AA02D85714}" dt="2026-05-06T19:53:53.481" v="1701" actId="21"/>
          <ac:picMkLst>
            <pc:docMk/>
            <pc:sldMk cId="1981205157" sldId="271"/>
            <ac:picMk id="9" creationId="{DBB35CAE-5C2A-5097-7C0A-2B8B172C1ADA}"/>
          </ac:picMkLst>
        </pc:picChg>
      </pc:sldChg>
      <pc:sldChg chg="addSp delSp modSp new del mod">
        <pc:chgData name="MAMTA BANDARI" userId="5c4c3f66bd0f6706" providerId="LiveId" clId="{A2537279-528E-4D6A-8500-47AA02D85714}" dt="2026-05-06T19:57:34.634" v="1729" actId="47"/>
        <pc:sldMkLst>
          <pc:docMk/>
          <pc:sldMk cId="153634259" sldId="272"/>
        </pc:sldMkLst>
      </pc:sldChg>
      <pc:sldChg chg="addSp delSp modSp new mod">
        <pc:chgData name="MAMTA BANDARI" userId="5c4c3f66bd0f6706" providerId="LiveId" clId="{A2537279-528E-4D6A-8500-47AA02D85714}" dt="2026-04-27T18:59:42.092" v="1579" actId="1076"/>
        <pc:sldMkLst>
          <pc:docMk/>
          <pc:sldMk cId="2809213804" sldId="273"/>
        </pc:sldMkLst>
        <pc:spChg chg="add mod">
          <ac:chgData name="MAMTA BANDARI" userId="5c4c3f66bd0f6706" providerId="LiveId" clId="{A2537279-528E-4D6A-8500-47AA02D85714}" dt="2026-04-27T18:59:42.092" v="1579" actId="1076"/>
          <ac:spMkLst>
            <pc:docMk/>
            <pc:sldMk cId="2809213804" sldId="273"/>
            <ac:spMk id="12" creationId="{19822826-289B-57D4-6AF8-93A757E6519C}"/>
          </ac:spMkLst>
        </pc:spChg>
      </pc:sldChg>
      <pc:sldChg chg="addSp delSp modSp new del mod">
        <pc:chgData name="MAMTA BANDARI" userId="5c4c3f66bd0f6706" providerId="LiveId" clId="{A2537279-528E-4D6A-8500-47AA02D85714}" dt="2026-04-27T18:46:56.644" v="1425" actId="47"/>
        <pc:sldMkLst>
          <pc:docMk/>
          <pc:sldMk cId="1999404960" sldId="274"/>
        </pc:sldMkLst>
      </pc:sldChg>
      <pc:sldChg chg="addSp delSp modSp new del mod">
        <pc:chgData name="MAMTA BANDARI" userId="5c4c3f66bd0f6706" providerId="LiveId" clId="{A2537279-528E-4D6A-8500-47AA02D85714}" dt="2026-05-06T20:29:38.732" v="1896" actId="47"/>
        <pc:sldMkLst>
          <pc:docMk/>
          <pc:sldMk cId="2653865193" sldId="275"/>
        </pc:sldMkLst>
        <pc:picChg chg="add del mod">
          <ac:chgData name="MAMTA BANDARI" userId="5c4c3f66bd0f6706" providerId="LiveId" clId="{A2537279-528E-4D6A-8500-47AA02D85714}" dt="2026-05-06T20:19:47.452" v="1838" actId="21"/>
          <ac:picMkLst>
            <pc:docMk/>
            <pc:sldMk cId="2653865193" sldId="275"/>
            <ac:picMk id="11" creationId="{F3C21B74-DA68-C875-AE2E-0FA11923EEDA}"/>
          </ac:picMkLst>
        </pc:picChg>
        <pc:picChg chg="add del mod">
          <ac:chgData name="MAMTA BANDARI" userId="5c4c3f66bd0f6706" providerId="LiveId" clId="{A2537279-528E-4D6A-8500-47AA02D85714}" dt="2026-05-06T20:24:44.031" v="1866" actId="21"/>
          <ac:picMkLst>
            <pc:docMk/>
            <pc:sldMk cId="2653865193" sldId="275"/>
            <ac:picMk id="13" creationId="{81F9A106-AE93-7791-DC4C-DA65806317C6}"/>
          </ac:picMkLst>
        </pc:picChg>
      </pc:sldChg>
      <pc:sldChg chg="addSp delSp modSp new mod">
        <pc:chgData name="MAMTA BANDARI" userId="5c4c3f66bd0f6706" providerId="LiveId" clId="{A2537279-528E-4D6A-8500-47AA02D85714}" dt="2026-05-07T07:59:58.810" v="2011" actId="20577"/>
        <pc:sldMkLst>
          <pc:docMk/>
          <pc:sldMk cId="3437725199" sldId="276"/>
        </pc:sldMkLst>
        <pc:spChg chg="add del mod">
          <ac:chgData name="MAMTA BANDARI" userId="5c4c3f66bd0f6706" providerId="LiveId" clId="{A2537279-528E-4D6A-8500-47AA02D85714}" dt="2026-05-06T20:41:37.607" v="1973" actId="478"/>
          <ac:spMkLst>
            <pc:docMk/>
            <pc:sldMk cId="3437725199" sldId="276"/>
            <ac:spMk id="3" creationId="{CD5D2452-DDB8-3D0C-0772-EC07BE6BE51A}"/>
          </ac:spMkLst>
        </pc:spChg>
        <pc:spChg chg="add mod">
          <ac:chgData name="MAMTA BANDARI" userId="5c4c3f66bd0f6706" providerId="LiveId" clId="{A2537279-528E-4D6A-8500-47AA02D85714}" dt="2026-04-27T18:52:42.614" v="1477" actId="113"/>
          <ac:spMkLst>
            <pc:docMk/>
            <pc:sldMk cId="3437725199" sldId="276"/>
            <ac:spMk id="7" creationId="{3F37FC51-35A2-CBD4-BE86-53FB97B40672}"/>
          </ac:spMkLst>
        </pc:spChg>
        <pc:spChg chg="add mod">
          <ac:chgData name="MAMTA BANDARI" userId="5c4c3f66bd0f6706" providerId="LiveId" clId="{A2537279-528E-4D6A-8500-47AA02D85714}" dt="2026-05-07T07:59:58.810" v="2011" actId="20577"/>
          <ac:spMkLst>
            <pc:docMk/>
            <pc:sldMk cId="3437725199" sldId="276"/>
            <ac:spMk id="9" creationId="{3044911B-8506-9B1D-1770-D09D61E9BC45}"/>
          </ac:spMkLst>
        </pc:spChg>
      </pc:sldChg>
      <pc:sldChg chg="addSp delSp modSp new mod">
        <pc:chgData name="MAMTA BANDARI" userId="5c4c3f66bd0f6706" providerId="LiveId" clId="{A2537279-528E-4D6A-8500-47AA02D85714}" dt="2026-05-06T20:03:13.165" v="1769" actId="20577"/>
        <pc:sldMkLst>
          <pc:docMk/>
          <pc:sldMk cId="1516477087" sldId="277"/>
        </pc:sldMkLst>
        <pc:spChg chg="add mod">
          <ac:chgData name="MAMTA BANDARI" userId="5c4c3f66bd0f6706" providerId="LiveId" clId="{A2537279-528E-4D6A-8500-47AA02D85714}" dt="2026-04-27T18:21:03.639" v="1244" actId="1076"/>
          <ac:spMkLst>
            <pc:docMk/>
            <pc:sldMk cId="1516477087" sldId="277"/>
            <ac:spMk id="3" creationId="{970548EE-381F-1F8F-3B14-5B17FCECFE0F}"/>
          </ac:spMkLst>
        </pc:spChg>
        <pc:spChg chg="add mod">
          <ac:chgData name="MAMTA BANDARI" userId="5c4c3f66bd0f6706" providerId="LiveId" clId="{A2537279-528E-4D6A-8500-47AA02D85714}" dt="2026-05-06T20:03:13.165" v="1769" actId="20577"/>
          <ac:spMkLst>
            <pc:docMk/>
            <pc:sldMk cId="1516477087" sldId="277"/>
            <ac:spMk id="4" creationId="{A6BA4F71-72D9-B401-1B15-2547EE18F007}"/>
          </ac:spMkLst>
        </pc:spChg>
        <pc:picChg chg="add mod modCrop">
          <ac:chgData name="MAMTA BANDARI" userId="5c4c3f66bd0f6706" providerId="LiveId" clId="{A2537279-528E-4D6A-8500-47AA02D85714}" dt="2026-04-27T18:25:07.283" v="1251" actId="14100"/>
          <ac:picMkLst>
            <pc:docMk/>
            <pc:sldMk cId="1516477087" sldId="277"/>
            <ac:picMk id="5" creationId="{DC9CB758-E9E8-39B1-5C05-E523BED55174}"/>
          </ac:picMkLst>
        </pc:picChg>
        <pc:picChg chg="add mod">
          <ac:chgData name="MAMTA BANDARI" userId="5c4c3f66bd0f6706" providerId="LiveId" clId="{A2537279-528E-4D6A-8500-47AA02D85714}" dt="2026-05-06T20:01:05.568" v="1745" actId="1076"/>
          <ac:picMkLst>
            <pc:docMk/>
            <pc:sldMk cId="1516477087" sldId="277"/>
            <ac:picMk id="7" creationId="{75C44111-869E-6DA3-206B-D32B33B9E874}"/>
          </ac:picMkLst>
        </pc:picChg>
        <pc:picChg chg="add del mod">
          <ac:chgData name="MAMTA BANDARI" userId="5c4c3f66bd0f6706" providerId="LiveId" clId="{A2537279-528E-4D6A-8500-47AA02D85714}" dt="2026-05-06T20:00:14.125" v="1733" actId="478"/>
          <ac:picMkLst>
            <pc:docMk/>
            <pc:sldMk cId="1516477087" sldId="277"/>
            <ac:picMk id="11" creationId="{E972F70E-0AB6-4C4B-B1A3-9F53A93B82C4}"/>
          </ac:picMkLst>
        </pc:picChg>
        <pc:picChg chg="add del mod">
          <ac:chgData name="MAMTA BANDARI" userId="5c4c3f66bd0f6706" providerId="LiveId" clId="{A2537279-528E-4D6A-8500-47AA02D85714}" dt="2026-05-06T20:01:07.442" v="1746" actId="1076"/>
          <ac:picMkLst>
            <pc:docMk/>
            <pc:sldMk cId="1516477087" sldId="277"/>
            <ac:picMk id="15" creationId="{0306D914-7CE3-E332-F390-6E74DBD3ED65}"/>
          </ac:picMkLst>
        </pc:picChg>
      </pc:sldChg>
      <pc:sldChg chg="addSp delSp modSp new mod">
        <pc:chgData name="MAMTA BANDARI" userId="5c4c3f66bd0f6706" providerId="LiveId" clId="{A2537279-528E-4D6A-8500-47AA02D85714}" dt="2026-05-06T20:07:13.047" v="1791" actId="20577"/>
        <pc:sldMkLst>
          <pc:docMk/>
          <pc:sldMk cId="2657880432" sldId="278"/>
        </pc:sldMkLst>
        <pc:spChg chg="add mod">
          <ac:chgData name="MAMTA BANDARI" userId="5c4c3f66bd0f6706" providerId="LiveId" clId="{A2537279-528E-4D6A-8500-47AA02D85714}" dt="2026-05-06T20:07:13.047" v="1791" actId="20577"/>
          <ac:spMkLst>
            <pc:docMk/>
            <pc:sldMk cId="2657880432" sldId="278"/>
            <ac:spMk id="4" creationId="{F84F34DF-BF7C-6D4F-013A-AEA4051F2222}"/>
          </ac:spMkLst>
        </pc:spChg>
        <pc:picChg chg="add mod modCrop">
          <ac:chgData name="MAMTA BANDARI" userId="5c4c3f66bd0f6706" providerId="LiveId" clId="{A2537279-528E-4D6A-8500-47AA02D85714}" dt="2026-04-27T18:37:12.586" v="1357" actId="732"/>
          <ac:picMkLst>
            <pc:docMk/>
            <pc:sldMk cId="2657880432" sldId="278"/>
            <ac:picMk id="3" creationId="{600E0377-6B82-70CA-193F-E47AD11E3140}"/>
          </ac:picMkLst>
        </pc:picChg>
        <pc:picChg chg="add del mod">
          <ac:chgData name="MAMTA BANDARI" userId="5c4c3f66bd0f6706" providerId="LiveId" clId="{A2537279-528E-4D6A-8500-47AA02D85714}" dt="2026-05-06T20:00:05.016" v="1730" actId="478"/>
          <ac:picMkLst>
            <pc:docMk/>
            <pc:sldMk cId="2657880432" sldId="278"/>
            <ac:picMk id="5" creationId="{0EB0169E-B6C3-C86C-B3F8-D95D8F585114}"/>
          </ac:picMkLst>
        </pc:picChg>
        <pc:picChg chg="add mod">
          <ac:chgData name="MAMTA BANDARI" userId="5c4c3f66bd0f6706" providerId="LiveId" clId="{A2537279-528E-4D6A-8500-47AA02D85714}" dt="2026-05-06T20:00:07.779" v="1731" actId="1076"/>
          <ac:picMkLst>
            <pc:docMk/>
            <pc:sldMk cId="2657880432" sldId="278"/>
            <ac:picMk id="11" creationId="{48FD8A2B-6300-EA21-28EB-7F726512C926}"/>
          </ac:picMkLst>
        </pc:picChg>
        <pc:picChg chg="add mod">
          <ac:chgData name="MAMTA BANDARI" userId="5c4c3f66bd0f6706" providerId="LiveId" clId="{A2537279-528E-4D6A-8500-47AA02D85714}" dt="2026-05-06T20:00:10.146" v="1732" actId="1076"/>
          <ac:picMkLst>
            <pc:docMk/>
            <pc:sldMk cId="2657880432" sldId="278"/>
            <ac:picMk id="13" creationId="{1D5635C0-A6C6-EE3C-3D9C-7B514F75308B}"/>
          </ac:picMkLst>
        </pc:picChg>
      </pc:sldChg>
      <pc:sldChg chg="addSp modSp new mod">
        <pc:chgData name="MAMTA BANDARI" userId="5c4c3f66bd0f6706" providerId="LiveId" clId="{A2537279-528E-4D6A-8500-47AA02D85714}" dt="2026-05-07T08:36:54.375" v="2034" actId="5793"/>
        <pc:sldMkLst>
          <pc:docMk/>
          <pc:sldMk cId="725787941" sldId="279"/>
        </pc:sldMkLst>
        <pc:spChg chg="add mod">
          <ac:chgData name="MAMTA BANDARI" userId="5c4c3f66bd0f6706" providerId="LiveId" clId="{A2537279-528E-4D6A-8500-47AA02D85714}" dt="2026-05-07T08:36:54.375" v="2034" actId="5793"/>
          <ac:spMkLst>
            <pc:docMk/>
            <pc:sldMk cId="725787941" sldId="279"/>
            <ac:spMk id="3" creationId="{75B82A31-536B-AFF6-734C-C8CEFACDF4C7}"/>
          </ac:spMkLst>
        </pc:spChg>
        <pc:spChg chg="add mod">
          <ac:chgData name="MAMTA BANDARI" userId="5c4c3f66bd0f6706" providerId="LiveId" clId="{A2537279-528E-4D6A-8500-47AA02D85714}" dt="2026-04-27T18:54:47.206" v="1498" actId="1076"/>
          <ac:spMkLst>
            <pc:docMk/>
            <pc:sldMk cId="725787941" sldId="279"/>
            <ac:spMk id="4" creationId="{46740F4E-7264-CB6F-3BA3-42EADE5EF77A}"/>
          </ac:spMkLst>
        </pc:spChg>
      </pc:sldChg>
      <pc:sldChg chg="addSp modSp new mod">
        <pc:chgData name="MAMTA BANDARI" userId="5c4c3f66bd0f6706" providerId="LiveId" clId="{A2537279-528E-4D6A-8500-47AA02D85714}" dt="2026-05-07T08:02:46.703" v="2023" actId="20577"/>
        <pc:sldMkLst>
          <pc:docMk/>
          <pc:sldMk cId="3618207743" sldId="280"/>
        </pc:sldMkLst>
        <pc:spChg chg="mod">
          <ac:chgData name="MAMTA BANDARI" userId="5c4c3f66bd0f6706" providerId="LiveId" clId="{A2537279-528E-4D6A-8500-47AA02D85714}" dt="2026-05-06T19:42:40.509" v="1621" actId="113"/>
          <ac:spMkLst>
            <pc:docMk/>
            <pc:sldMk cId="3618207743" sldId="280"/>
            <ac:spMk id="2" creationId="{9D3103E0-A820-7308-FB5B-303EAEB90813}"/>
          </ac:spMkLst>
        </pc:spChg>
        <pc:spChg chg="add mod">
          <ac:chgData name="MAMTA BANDARI" userId="5c4c3f66bd0f6706" providerId="LiveId" clId="{A2537279-528E-4D6A-8500-47AA02D85714}" dt="2026-05-06T19:41:05.273" v="1612" actId="14100"/>
          <ac:spMkLst>
            <pc:docMk/>
            <pc:sldMk cId="3618207743" sldId="280"/>
            <ac:spMk id="3" creationId="{52D23646-19F3-DAA7-8E60-5F711EAD68F4}"/>
          </ac:spMkLst>
        </pc:spChg>
        <pc:spChg chg="add mod">
          <ac:chgData name="MAMTA BANDARI" userId="5c4c3f66bd0f6706" providerId="LiveId" clId="{A2537279-528E-4D6A-8500-47AA02D85714}" dt="2026-05-06T19:42:55.047" v="1623" actId="255"/>
          <ac:spMkLst>
            <pc:docMk/>
            <pc:sldMk cId="3618207743" sldId="280"/>
            <ac:spMk id="5" creationId="{9C6E8EEF-A3E9-E108-3DEA-0B56CD2ECE67}"/>
          </ac:spMkLst>
        </pc:spChg>
        <pc:spChg chg="add mod">
          <ac:chgData name="MAMTA BANDARI" userId="5c4c3f66bd0f6706" providerId="LiveId" clId="{A2537279-528E-4D6A-8500-47AA02D85714}" dt="2026-05-07T08:02:46.703" v="2023" actId="20577"/>
          <ac:spMkLst>
            <pc:docMk/>
            <pc:sldMk cId="3618207743" sldId="280"/>
            <ac:spMk id="7" creationId="{BDACABCB-E1D8-440F-CBBF-D3F79EC72599}"/>
          </ac:spMkLst>
        </pc:spChg>
        <pc:picChg chg="add mod">
          <ac:chgData name="MAMTA BANDARI" userId="5c4c3f66bd0f6706" providerId="LiveId" clId="{A2537279-528E-4D6A-8500-47AA02D85714}" dt="2026-05-06T19:41:05.273" v="1612" actId="14100"/>
          <ac:picMkLst>
            <pc:docMk/>
            <pc:sldMk cId="3618207743" sldId="280"/>
            <ac:picMk id="1026" creationId="{965B8FCE-896B-8F3A-4016-014C4BB4ED62}"/>
          </ac:picMkLst>
        </pc:picChg>
        <pc:picChg chg="add mod">
          <ac:chgData name="MAMTA BANDARI" userId="5c4c3f66bd0f6706" providerId="LiveId" clId="{A2537279-528E-4D6A-8500-47AA02D85714}" dt="2026-05-06T19:44:50.495" v="1631" actId="1076"/>
          <ac:picMkLst>
            <pc:docMk/>
            <pc:sldMk cId="3618207743" sldId="280"/>
            <ac:picMk id="1028" creationId="{FFDF65BE-B0B5-8FE7-1ACA-D3CB4943A2BB}"/>
          </ac:picMkLst>
        </pc:picChg>
      </pc:sldChg>
      <pc:sldChg chg="addSp delSp modSp new mod">
        <pc:chgData name="MAMTA BANDARI" userId="5c4c3f66bd0f6706" providerId="LiveId" clId="{A2537279-528E-4D6A-8500-47AA02D85714}" dt="2026-05-06T20:19:19.619" v="1835" actId="255"/>
        <pc:sldMkLst>
          <pc:docMk/>
          <pc:sldMk cId="2634381133" sldId="281"/>
        </pc:sldMkLst>
        <pc:spChg chg="add del mod">
          <ac:chgData name="MAMTA BANDARI" userId="5c4c3f66bd0f6706" providerId="LiveId" clId="{A2537279-528E-4D6A-8500-47AA02D85714}" dt="2026-05-06T20:09:16.798" v="1799" actId="478"/>
          <ac:spMkLst>
            <pc:docMk/>
            <pc:sldMk cId="2634381133" sldId="281"/>
            <ac:spMk id="3" creationId="{698FF1B7-29BF-AB3D-39DF-BFFA822122F5}"/>
          </ac:spMkLst>
        </pc:spChg>
        <pc:spChg chg="add mod">
          <ac:chgData name="MAMTA BANDARI" userId="5c4c3f66bd0f6706" providerId="LiveId" clId="{A2537279-528E-4D6A-8500-47AA02D85714}" dt="2026-05-06T20:18:45.103" v="1832" actId="14100"/>
          <ac:spMkLst>
            <pc:docMk/>
            <pc:sldMk cId="2634381133" sldId="281"/>
            <ac:spMk id="15" creationId="{1334D5D8-8D2A-7019-5B80-6EDEFBC5C042}"/>
          </ac:spMkLst>
        </pc:spChg>
        <pc:spChg chg="add mod">
          <ac:chgData name="MAMTA BANDARI" userId="5c4c3f66bd0f6706" providerId="LiveId" clId="{A2537279-528E-4D6A-8500-47AA02D85714}" dt="2026-05-06T20:19:19.619" v="1835" actId="255"/>
          <ac:spMkLst>
            <pc:docMk/>
            <pc:sldMk cId="2634381133" sldId="281"/>
            <ac:spMk id="17" creationId="{463635A7-4B0D-F133-53D1-B39B2CE2E326}"/>
          </ac:spMkLst>
        </pc:spChg>
        <pc:picChg chg="add mod">
          <ac:chgData name="MAMTA BANDARI" userId="5c4c3f66bd0f6706" providerId="LiveId" clId="{A2537279-528E-4D6A-8500-47AA02D85714}" dt="2026-05-06T20:18:40.700" v="1831" actId="1076"/>
          <ac:picMkLst>
            <pc:docMk/>
            <pc:sldMk cId="2634381133" sldId="281"/>
            <ac:picMk id="5" creationId="{C54A5CF7-564F-A2D4-CFC7-7876DA000753}"/>
          </ac:picMkLst>
        </pc:picChg>
        <pc:picChg chg="add mod">
          <ac:chgData name="MAMTA BANDARI" userId="5c4c3f66bd0f6706" providerId="LiveId" clId="{A2537279-528E-4D6A-8500-47AA02D85714}" dt="2026-05-06T20:17:34.486" v="1825" actId="14100"/>
          <ac:picMkLst>
            <pc:docMk/>
            <pc:sldMk cId="2634381133" sldId="281"/>
            <ac:picMk id="7" creationId="{D561CB22-2A13-F3D7-3FA2-E591194DDDB1}"/>
          </ac:picMkLst>
        </pc:picChg>
        <pc:picChg chg="add mod">
          <ac:chgData name="MAMTA BANDARI" userId="5c4c3f66bd0f6706" providerId="LiveId" clId="{A2537279-528E-4D6A-8500-47AA02D85714}" dt="2026-05-06T20:17:17.376" v="1818" actId="1076"/>
          <ac:picMkLst>
            <pc:docMk/>
            <pc:sldMk cId="2634381133" sldId="281"/>
            <ac:picMk id="9" creationId="{11834D25-F098-5154-3F13-3BB92A8F7D46}"/>
          </ac:picMkLst>
        </pc:picChg>
        <pc:picChg chg="add del mod">
          <ac:chgData name="MAMTA BANDARI" userId="5c4c3f66bd0f6706" providerId="LiveId" clId="{A2537279-528E-4D6A-8500-47AA02D85714}" dt="2026-05-06T20:17:01.710" v="1813" actId="21"/>
          <ac:picMkLst>
            <pc:docMk/>
            <pc:sldMk cId="2634381133" sldId="281"/>
            <ac:picMk id="11" creationId="{F3C21B74-DA68-C875-AE2E-0FA11923EEDA}"/>
          </ac:picMkLst>
        </pc:picChg>
        <pc:picChg chg="add del mod">
          <ac:chgData name="MAMTA BANDARI" userId="5c4c3f66bd0f6706" providerId="LiveId" clId="{A2537279-528E-4D6A-8500-47AA02D85714}" dt="2026-05-06T20:16:45.825" v="1811" actId="21"/>
          <ac:picMkLst>
            <pc:docMk/>
            <pc:sldMk cId="2634381133" sldId="281"/>
            <ac:picMk id="13" creationId="{81F9A106-AE93-7791-DC4C-DA65806317C6}"/>
          </ac:picMkLst>
        </pc:picChg>
      </pc:sldChg>
      <pc:sldChg chg="addSp delSp modSp new del mod">
        <pc:chgData name="MAMTA BANDARI" userId="5c4c3f66bd0f6706" providerId="LiveId" clId="{A2537279-528E-4D6A-8500-47AA02D85714}" dt="2026-05-07T07:56:13.827" v="2009" actId="47"/>
        <pc:sldMkLst>
          <pc:docMk/>
          <pc:sldMk cId="1367539873" sldId="282"/>
        </pc:sldMkLst>
        <pc:spChg chg="add del mod">
          <ac:chgData name="MAMTA BANDARI" userId="5c4c3f66bd0f6706" providerId="LiveId" clId="{A2537279-528E-4D6A-8500-47AA02D85714}" dt="2026-05-06T20:24:39.397" v="1865" actId="478"/>
          <ac:spMkLst>
            <pc:docMk/>
            <pc:sldMk cId="1367539873" sldId="282"/>
            <ac:spMk id="7" creationId="{4E406EB6-10A5-F960-FBF4-FA80B9E35BD9}"/>
          </ac:spMkLst>
        </pc:spChg>
        <pc:spChg chg="add mod">
          <ac:chgData name="MAMTA BANDARI" userId="5c4c3f66bd0f6706" providerId="LiveId" clId="{A2537279-528E-4D6A-8500-47AA02D85714}" dt="2026-05-06T20:27:05.254" v="1895" actId="20577"/>
          <ac:spMkLst>
            <pc:docMk/>
            <pc:sldMk cId="1367539873" sldId="282"/>
            <ac:spMk id="15" creationId="{459AD50B-D8B4-14CA-E815-C45E7F57D5A2}"/>
          </ac:spMkLst>
        </pc:spChg>
        <pc:picChg chg="add del mod">
          <ac:chgData name="MAMTA BANDARI" userId="5c4c3f66bd0f6706" providerId="LiveId" clId="{A2537279-528E-4D6A-8500-47AA02D85714}" dt="2026-05-06T20:24:35.352" v="1863" actId="478"/>
          <ac:picMkLst>
            <pc:docMk/>
            <pc:sldMk cId="1367539873" sldId="282"/>
            <ac:picMk id="3" creationId="{75AEF49F-7D0D-ECE6-0D5C-F7BD92EA7EF2}"/>
          </ac:picMkLst>
        </pc:picChg>
        <pc:picChg chg="add del mod">
          <ac:chgData name="MAMTA BANDARI" userId="5c4c3f66bd0f6706" providerId="LiveId" clId="{A2537279-528E-4D6A-8500-47AA02D85714}" dt="2026-05-06T20:24:33.699" v="1862" actId="478"/>
          <ac:picMkLst>
            <pc:docMk/>
            <pc:sldMk cId="1367539873" sldId="282"/>
            <ac:picMk id="5" creationId="{C718DFE1-6B4D-F99E-4A32-D0842739FD0C}"/>
          </ac:picMkLst>
        </pc:picChg>
        <pc:picChg chg="add mod">
          <ac:chgData name="MAMTA BANDARI" userId="5c4c3f66bd0f6706" providerId="LiveId" clId="{A2537279-528E-4D6A-8500-47AA02D85714}" dt="2026-05-06T20:25:37.115" v="1879" actId="14100"/>
          <ac:picMkLst>
            <pc:docMk/>
            <pc:sldMk cId="1367539873" sldId="282"/>
            <ac:picMk id="9" creationId="{F7D6AD69-495D-CE0C-14B2-3EA0D5188FDC}"/>
          </ac:picMkLst>
        </pc:picChg>
        <pc:picChg chg="add del mod">
          <ac:chgData name="MAMTA BANDARI" userId="5c4c3f66bd0f6706" providerId="LiveId" clId="{A2537279-528E-4D6A-8500-47AA02D85714}" dt="2026-05-06T20:24:31.707" v="1861" actId="478"/>
          <ac:picMkLst>
            <pc:docMk/>
            <pc:sldMk cId="1367539873" sldId="282"/>
            <ac:picMk id="11" creationId="{F3C21B74-DA68-C875-AE2E-0FA11923EEDA}"/>
          </ac:picMkLst>
        </pc:picChg>
        <pc:picChg chg="add mod">
          <ac:chgData name="MAMTA BANDARI" userId="5c4c3f66bd0f6706" providerId="LiveId" clId="{A2537279-528E-4D6A-8500-47AA02D85714}" dt="2026-05-06T20:26:51.643" v="1893" actId="1076"/>
          <ac:picMkLst>
            <pc:docMk/>
            <pc:sldMk cId="1367539873" sldId="282"/>
            <ac:picMk id="12" creationId="{5A3E377B-F817-CC0F-4620-A866B149119B}"/>
          </ac:picMkLst>
        </pc:picChg>
        <pc:picChg chg="add mod">
          <ac:chgData name="MAMTA BANDARI" userId="5c4c3f66bd0f6706" providerId="LiveId" clId="{A2537279-528E-4D6A-8500-47AA02D85714}" dt="2026-05-06T20:24:58.885" v="1871" actId="14100"/>
          <ac:picMkLst>
            <pc:docMk/>
            <pc:sldMk cId="1367539873" sldId="282"/>
            <ac:picMk id="13" creationId="{81F9A106-AE93-7791-DC4C-DA65806317C6}"/>
          </ac:picMkLst>
        </pc:picChg>
      </pc:sldChg>
      <pc:sldChg chg="addSp modSp new mod">
        <pc:chgData name="MAMTA BANDARI" userId="5c4c3f66bd0f6706" providerId="LiveId" clId="{A2537279-528E-4D6A-8500-47AA02D85714}" dt="2026-05-06T20:35:14.204" v="1957" actId="20577"/>
        <pc:sldMkLst>
          <pc:docMk/>
          <pc:sldMk cId="3388204302" sldId="283"/>
        </pc:sldMkLst>
        <pc:spChg chg="add mod">
          <ac:chgData name="MAMTA BANDARI" userId="5c4c3f66bd0f6706" providerId="LiveId" clId="{A2537279-528E-4D6A-8500-47AA02D85714}" dt="2026-05-06T20:30:20.410" v="1903" actId="1076"/>
          <ac:spMkLst>
            <pc:docMk/>
            <pc:sldMk cId="3388204302" sldId="283"/>
            <ac:spMk id="3" creationId="{1F9D975B-C4BB-E676-88D8-5B8604778F29}"/>
          </ac:spMkLst>
        </pc:spChg>
        <pc:spChg chg="add mod">
          <ac:chgData name="MAMTA BANDARI" userId="5c4c3f66bd0f6706" providerId="LiveId" clId="{A2537279-528E-4D6A-8500-47AA02D85714}" dt="2026-05-06T20:35:14.204" v="1957" actId="20577"/>
          <ac:spMkLst>
            <pc:docMk/>
            <pc:sldMk cId="3388204302" sldId="283"/>
            <ac:spMk id="5" creationId="{8A0DC4B1-9016-CF8C-DF1C-C4282586D03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68CFA-174B-4A0C-B972-DBED2A72650D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045B34-7F30-4914-A633-B274B2409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85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045B34-7F30-4914-A633-B274B240982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201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F86CA-D7F6-BF6A-A2FB-F516E88BAC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9166" y="965769"/>
            <a:ext cx="8791575" cy="209593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UCIe TX System-Level Behavioral Model (32 GT/s)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00A27-F891-6D29-43DF-1CD48BC1D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7938" y="3891335"/>
            <a:ext cx="8791575" cy="2170418"/>
          </a:xfrm>
        </p:spPr>
        <p:txBody>
          <a:bodyPr>
            <a:noAutofit/>
          </a:bodyPr>
          <a:lstStyle/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                                                                          project guide 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Mamatha Bandari                                           Vivek Chaturvedi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152502013</a:t>
            </a:r>
          </a:p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 Tech (SOCD)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4F2078-228B-E184-40F1-0D372675B58B}"/>
              </a:ext>
            </a:extLst>
          </p:cNvPr>
          <p:cNvCxnSpPr/>
          <p:nvPr/>
        </p:nvCxnSpPr>
        <p:spPr>
          <a:xfrm>
            <a:off x="2307938" y="3429000"/>
            <a:ext cx="868541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899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103E0-A820-7308-FB5B-303EAEB90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Why UCIe &amp; Project Proposal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6E8EEF-A3E9-E108-3DEA-0B56CD2ECE67}"/>
              </a:ext>
            </a:extLst>
          </p:cNvPr>
          <p:cNvSpPr txBox="1"/>
          <p:nvPr/>
        </p:nvSpPr>
        <p:spPr>
          <a:xfrm>
            <a:off x="1141413" y="1727756"/>
            <a:ext cx="61028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en-US" sz="2400" b="1" i="0" dirty="0">
                <a:solidFill>
                  <a:srgbClr val="005088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Chiplet Revolution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ACABCB-E1D8-440F-CBBF-D3F79EC72599}"/>
              </a:ext>
            </a:extLst>
          </p:cNvPr>
          <p:cNvSpPr txBox="1"/>
          <p:nvPr/>
        </p:nvSpPr>
        <p:spPr>
          <a:xfrm>
            <a:off x="1141413" y="2431146"/>
            <a:ext cx="10252627" cy="3470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334155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Standardization:</a:t>
            </a:r>
            <a:r>
              <a:rPr lang="en-US" sz="2400" b="0" i="0" dirty="0">
                <a:solidFill>
                  <a:srgbClr val="334155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UCIe is an open standard designed to connect "</a:t>
            </a:r>
            <a:r>
              <a:rPr lang="en-US" sz="2400" b="0" i="0" dirty="0" err="1">
                <a:solidFill>
                  <a:srgbClr val="334155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chiplets</a:t>
            </a:r>
            <a:r>
              <a:rPr lang="en-US" sz="2400" b="0" i="0" dirty="0">
                <a:solidFill>
                  <a:srgbClr val="334155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" from different vendors inside one package.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334155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Heterogeneous Integration:</a:t>
            </a:r>
            <a:r>
              <a:rPr lang="en-US" sz="2400" b="0" i="0" dirty="0">
                <a:solidFill>
                  <a:srgbClr val="334155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Mix and match CPU, GPU, and Memory logic seamlessly like LEGO building blocks.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334155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Problem Statement:</a:t>
            </a:r>
            <a:r>
              <a:rPr lang="en-US" sz="2400" b="0" i="0" dirty="0">
                <a:solidFill>
                  <a:srgbClr val="334155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At 32 GT/s, signals degrade. We need to verify the design </a:t>
            </a:r>
            <a:r>
              <a:rPr lang="en-US" sz="2400" b="0" i="1" dirty="0">
                <a:solidFill>
                  <a:srgbClr val="334155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behaviorally</a:t>
            </a:r>
            <a:r>
              <a:rPr lang="en-US" sz="2400" b="0" i="0" dirty="0">
                <a:solidFill>
                  <a:srgbClr val="334155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before spending millions on silicon hardware.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334155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Proposal:</a:t>
            </a:r>
            <a:r>
              <a:rPr lang="en-US" sz="2400" b="0" i="0" dirty="0">
                <a:solidFill>
                  <a:srgbClr val="334155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A modular MATLAB simulation engine to predict link performance, BER impact accurately.</a:t>
            </a:r>
          </a:p>
        </p:txBody>
      </p:sp>
      <p:pic>
        <p:nvPicPr>
          <p:cNvPr id="1028" name="Picture 4" descr="Conceptual Chiplet Interconnect">
            <a:extLst>
              <a:ext uri="{FF2B5EF4-FFF2-40B4-BE49-F238E27FC236}">
                <a16:creationId xmlns:a16="http://schemas.microsoft.com/office/drawing/2014/main" id="{FFDF65BE-B0B5-8FE7-1ACA-D3CB4943A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7355" y="407772"/>
            <a:ext cx="3080056" cy="1731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8207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FC74F-8968-671B-85C3-83379C05A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601" y="386384"/>
            <a:ext cx="4571018" cy="1223785"/>
          </a:xfrm>
        </p:spPr>
        <p:txBody>
          <a:bodyPr>
            <a:normAutofit/>
          </a:bodyPr>
          <a:lstStyle/>
          <a:p>
            <a:b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Objective: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0F49B4-41FD-E23C-F65D-4A7BF5F50C8F}"/>
              </a:ext>
            </a:extLst>
          </p:cNvPr>
          <p:cNvSpPr txBox="1"/>
          <p:nvPr/>
        </p:nvSpPr>
        <p:spPr>
          <a:xfrm>
            <a:off x="1257601" y="1610169"/>
            <a:ext cx="8763857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Model Implementation:</a:t>
            </a:r>
            <a: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Develop a standalone MATLAB behavioral model mapping the entire UCIe 2.0 transmitter signal chain.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Impairment Study:</a:t>
            </a:r>
            <a: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Evaluate the impact of TX FFE, finite rise times, and RC parasitics on signal integrity.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Metric Verification:</a:t>
            </a:r>
            <a: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Quantify performance using Q-factor, Eye Height, and Bit Error Rate (BER) across different packaging scenarios.</a:t>
            </a:r>
          </a:p>
        </p:txBody>
      </p:sp>
    </p:spTree>
    <p:extLst>
      <p:ext uri="{BB962C8B-B14F-4D97-AF65-F5344CB8AC3E}">
        <p14:creationId xmlns:p14="http://schemas.microsoft.com/office/powerpoint/2010/main" val="3876029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1FF7F9-F836-CB35-8247-CF6746DE896F}"/>
              </a:ext>
            </a:extLst>
          </p:cNvPr>
          <p:cNvSpPr txBox="1"/>
          <p:nvPr/>
        </p:nvSpPr>
        <p:spPr>
          <a:xfrm>
            <a:off x="1273996" y="657814"/>
            <a:ext cx="61028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System Specifications:</a:t>
            </a:r>
            <a:endParaRPr lang="en-US" sz="36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824094-17CA-6686-21EF-D21A354BCEDA}"/>
              </a:ext>
            </a:extLst>
          </p:cNvPr>
          <p:cNvSpPr txBox="1"/>
          <p:nvPr/>
        </p:nvSpPr>
        <p:spPr>
          <a:xfrm>
            <a:off x="1273996" y="1455473"/>
            <a:ext cx="8075487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 rate =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32 GT/s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UI =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31.25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Samples/UI =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16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TX swing =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0.625 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TX rise time =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6.25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TX output =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30 Ω, 0.1 pF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Channel loss =</a:t>
            </a:r>
            <a:r>
              <a:rPr lang="en-US" altLang="en-US" sz="2400" b="1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30 Ω, 0.1 pF,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 dB @ 16 GHz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RX load =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50 Ω, 0.2 pF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en-US" sz="2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731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AD0D3A-ABBD-975F-BA9D-55B2FB13ECA0}"/>
              </a:ext>
            </a:extLst>
          </p:cNvPr>
          <p:cNvSpPr txBox="1"/>
          <p:nvPr/>
        </p:nvSpPr>
        <p:spPr>
          <a:xfrm>
            <a:off x="1376739" y="36697"/>
            <a:ext cx="61028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Architecture:</a:t>
            </a:r>
            <a:endParaRPr lang="en-US" sz="36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C1190FEF-DEBF-982B-B99B-3A0AD06C7E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42" t="3217" r="1326"/>
          <a:stretch>
            <a:fillRect/>
          </a:stretch>
        </p:blipFill>
        <p:spPr>
          <a:xfrm>
            <a:off x="2496620" y="683029"/>
            <a:ext cx="6647379" cy="60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47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1202A4-A03A-1736-7905-66E20B1A248C}"/>
              </a:ext>
            </a:extLst>
          </p:cNvPr>
          <p:cNvSpPr txBox="1"/>
          <p:nvPr/>
        </p:nvSpPr>
        <p:spPr>
          <a:xfrm>
            <a:off x="1367080" y="380859"/>
            <a:ext cx="6102848" cy="113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TRANSMITTER MODELING (SECTION 1)</a:t>
            </a:r>
            <a:endParaRPr lang="en-US" sz="20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Block 1: PRBS-13 Generator</a:t>
            </a:r>
            <a:endParaRPr lang="en-US" sz="2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5747D2-254D-990A-B4B1-16F405AFB327}"/>
              </a:ext>
            </a:extLst>
          </p:cNvPr>
          <p:cNvSpPr txBox="1"/>
          <p:nvPr/>
        </p:nvSpPr>
        <p:spPr>
          <a:xfrm>
            <a:off x="1367080" y="1514374"/>
            <a:ext cx="9457840" cy="2989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Generates pseudo-random binary sequence to mimic real data traffic.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Feedback polynomial: P(x) = x^13 +x^4 +x^3 +x+1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Sequence Length ≈ 2^13 -1 =8191 bits.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Output waveform: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224742-5EAA-D307-B3CC-CAE51ECA3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504" y="2924258"/>
            <a:ext cx="5739829" cy="368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099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DBF35A-7D0A-FBC7-73FA-AF4E589A1CF5}"/>
              </a:ext>
            </a:extLst>
          </p:cNvPr>
          <p:cNvSpPr txBox="1"/>
          <p:nvPr/>
        </p:nvSpPr>
        <p:spPr>
          <a:xfrm>
            <a:off x="1500027" y="503310"/>
            <a:ext cx="9020710" cy="5404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BLOCK 2: NRZ MAPPER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Converts bits into voltage levels.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x[n]=2b[n]−1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Output waveform of NRZ Mapper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endParaRPr lang="pt-BR" sz="16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18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endParaRPr lang="en-US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18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endParaRPr lang="en-US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18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endParaRPr lang="en-US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BDDA95-1B99-23E0-D664-A97D3086A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795" y="2686816"/>
            <a:ext cx="5815173" cy="366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457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62A2E3-7C79-A96A-2750-560117B60C03}"/>
              </a:ext>
            </a:extLst>
          </p:cNvPr>
          <p:cNvSpPr txBox="1"/>
          <p:nvPr/>
        </p:nvSpPr>
        <p:spPr>
          <a:xfrm>
            <a:off x="1602769" y="647540"/>
            <a:ext cx="6102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Block 3: TX Driver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B4AF96-9115-719B-037F-DE29BFA278D5}"/>
              </a:ext>
            </a:extLst>
          </p:cNvPr>
          <p:cNvSpPr txBox="1"/>
          <p:nvPr/>
        </p:nvSpPr>
        <p:spPr>
          <a:xfrm>
            <a:off x="1602769" y="1259457"/>
            <a:ext cx="7541231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Converts symbol stream to analog waveform.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Gaussian shaping models finite rise/fall time.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Output RC models pad resistance and capacitance.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 = 6.25 </a:t>
            </a:r>
            <a:r>
              <a:rPr lang="en-US" sz="20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ps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at 32 GT/s, </a:t>
            </a:r>
            <a:r>
              <a:rPr lang="en-US" sz="20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σs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≈ 3.71 ps.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0155A6-605E-A806-3EBB-705BB2B709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456"/>
          <a:stretch>
            <a:fillRect/>
          </a:stretch>
        </p:blipFill>
        <p:spPr>
          <a:xfrm>
            <a:off x="5525148" y="3429000"/>
            <a:ext cx="5838070" cy="249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744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FE095C-61F2-DC0C-796A-810548BB9BD6}"/>
                  </a:ext>
                </a:extLst>
              </p:cNvPr>
              <p:cNvSpPr txBox="1"/>
              <p:nvPr/>
            </p:nvSpPr>
            <p:spPr>
              <a:xfrm>
                <a:off x="1294545" y="412570"/>
                <a:ext cx="9370030" cy="28146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 b="1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BLOCK 4: </a:t>
                </a:r>
                <a:r>
                  <a:rPr lang="en-US" sz="2800" dirty="0"/>
                  <a:t>TX Feed-Forward Equalizer (FFE)</a:t>
                </a:r>
                <a:endParaRPr lang="en-US" sz="2800" b="1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FFE Pre-compensates channel loss and reduces ISI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Formula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20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20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            where c0 is the main cursor tap and c1 is the post-cursor de emphasis tap.</a:t>
                </a:r>
                <a:endParaRPr lang="ar-AE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FE095C-61F2-DC0C-796A-810548BB9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545" y="412570"/>
                <a:ext cx="9370030" cy="2814617"/>
              </a:xfrm>
              <a:prstGeom prst="rect">
                <a:avLst/>
              </a:prstGeom>
              <a:blipFill>
                <a:blip r:embed="rId2"/>
                <a:stretch>
                  <a:fillRect l="-1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7F40F9AA-86B9-DCBB-52FB-177A81D15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725" y="3783785"/>
            <a:ext cx="4944439" cy="284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536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5D8D76-E834-9901-F545-EEFBA3B1FCF7}"/>
              </a:ext>
            </a:extLst>
          </p:cNvPr>
          <p:cNvSpPr txBox="1"/>
          <p:nvPr/>
        </p:nvSpPr>
        <p:spPr>
          <a:xfrm>
            <a:off x="1308244" y="627395"/>
            <a:ext cx="77158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UCIE FFE TAP PRESETS 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0FC29D-A04E-C2AB-2A37-E55F4D4D16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101500"/>
              </p:ext>
            </p:extLst>
          </p:nvPr>
        </p:nvGraphicFramePr>
        <p:xfrm>
          <a:off x="938376" y="1924723"/>
          <a:ext cx="3890478" cy="3008554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632478">
                  <a:extLst>
                    <a:ext uri="{9D8B030D-6E8A-4147-A177-3AD203B41FA5}">
                      <a16:colId xmlns:a16="http://schemas.microsoft.com/office/drawing/2014/main" val="1789489450"/>
                    </a:ext>
                  </a:extLst>
                </a:gridCol>
                <a:gridCol w="750149">
                  <a:extLst>
                    <a:ext uri="{9D8B030D-6E8A-4147-A177-3AD203B41FA5}">
                      <a16:colId xmlns:a16="http://schemas.microsoft.com/office/drawing/2014/main" val="332076486"/>
                    </a:ext>
                  </a:extLst>
                </a:gridCol>
                <a:gridCol w="573644">
                  <a:extLst>
                    <a:ext uri="{9D8B030D-6E8A-4147-A177-3AD203B41FA5}">
                      <a16:colId xmlns:a16="http://schemas.microsoft.com/office/drawing/2014/main" val="581050624"/>
                    </a:ext>
                  </a:extLst>
                </a:gridCol>
                <a:gridCol w="1934207">
                  <a:extLst>
                    <a:ext uri="{9D8B030D-6E8A-4147-A177-3AD203B41FA5}">
                      <a16:colId xmlns:a16="http://schemas.microsoft.com/office/drawing/2014/main" val="4115410767"/>
                    </a:ext>
                  </a:extLst>
                </a:gridCol>
              </a:tblGrid>
              <a:tr h="52883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Preset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Co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589639"/>
                  </a:ext>
                </a:extLst>
              </a:tr>
              <a:tr h="50430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    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   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 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No equalization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339212"/>
                  </a:ext>
                </a:extLst>
              </a:tr>
              <a:tr h="50430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    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   0.9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-0.1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Mild de-emphasis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224297"/>
                  </a:ext>
                </a:extLst>
              </a:tr>
              <a:tr h="67993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    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   0.85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-0.15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Moderate de-emphasis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037390"/>
                  </a:ext>
                </a:extLst>
              </a:tr>
              <a:tr h="67993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    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   0.75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-0.25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Strong de-emphasis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21546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4353B31-AABD-9FCE-9B72-C68A71217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561" y="1449131"/>
            <a:ext cx="5982601" cy="459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609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72DF2D-83C2-1357-B098-D2D06DA7831A}"/>
              </a:ext>
            </a:extLst>
          </p:cNvPr>
          <p:cNvSpPr txBox="1"/>
          <p:nvPr/>
        </p:nvSpPr>
        <p:spPr>
          <a:xfrm>
            <a:off x="1222625" y="437122"/>
            <a:ext cx="8260422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CHANNEL AND RX LOAD MODELING (SECTION 2)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Block 5: Channel RC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1A4BBE-E3F1-D277-98EB-0E7E548208DE}"/>
              </a:ext>
            </a:extLst>
          </p:cNvPr>
          <p:cNvSpPr txBox="1"/>
          <p:nvPr/>
        </p:nvSpPr>
        <p:spPr>
          <a:xfrm>
            <a:off x="1222625" y="1757553"/>
            <a:ext cx="7736440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Resistance + capacitance behave as low-pass filter.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Higher RC causes attenuation and slower edges.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Main source of bandwidth limitation and ISI.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Output waveform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9F0683-E016-22BE-618D-0DDBFF9B6D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996"/>
          <a:stretch>
            <a:fillRect/>
          </a:stretch>
        </p:blipFill>
        <p:spPr>
          <a:xfrm>
            <a:off x="3131776" y="3826201"/>
            <a:ext cx="5163925" cy="259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870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F39D5D-7B2F-2494-2AE4-6C39D7F8ADDA}"/>
              </a:ext>
            </a:extLst>
          </p:cNvPr>
          <p:cNvSpPr txBox="1"/>
          <p:nvPr/>
        </p:nvSpPr>
        <p:spPr>
          <a:xfrm>
            <a:off x="1304818" y="524251"/>
            <a:ext cx="46850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Block 6: RX Termination Load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4A1C2C-58DA-EAE8-6E6E-4C819E7341EE}"/>
              </a:ext>
            </a:extLst>
          </p:cNvPr>
          <p:cNvSpPr txBox="1"/>
          <p:nvPr/>
        </p:nvSpPr>
        <p:spPr>
          <a:xfrm>
            <a:off x="1304818" y="1146442"/>
            <a:ext cx="6102848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Receiver input termination = 50Ω.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Pad/input capacitance ≈ 0.2 </a:t>
            </a:r>
            <a:r>
              <a:rPr lang="en-US" sz="20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pF.</a:t>
            </a:r>
            <a:endParaRPr lang="en-US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Matches line to reduce reflections.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Adds loading that slightly closes eye opening.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7FB5A2-9E7E-405C-9BED-A0FAED64D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920" y="3037729"/>
            <a:ext cx="5221620" cy="365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640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2D1B7E-6E0C-B665-7F48-44B79982B896}"/>
              </a:ext>
            </a:extLst>
          </p:cNvPr>
          <p:cNvSpPr txBox="1"/>
          <p:nvPr/>
        </p:nvSpPr>
        <p:spPr>
          <a:xfrm>
            <a:off x="1376737" y="555072"/>
            <a:ext cx="6102848" cy="113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RECEIVER SAMPLER MODELING (SECTION 3)</a:t>
            </a:r>
            <a:endParaRPr lang="en-US" sz="20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Block 7: Additive Noise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EFABA5-09F7-0C75-4EC7-825691AE206B}"/>
              </a:ext>
            </a:extLst>
          </p:cNvPr>
          <p:cNvSpPr txBox="1"/>
          <p:nvPr/>
        </p:nvSpPr>
        <p:spPr>
          <a:xfrm>
            <a:off x="1376737" y="1688587"/>
            <a:ext cx="6102848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Adds Gaussian random voltage noise to waveform.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Models crosstalk from adjacent lanes.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Models supply ripple and thermal noise.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Causes vertical eye closure and BER rise.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Output waveform: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12B028-805A-83A6-E607-792D2FB6A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464" y="2865063"/>
            <a:ext cx="4971614" cy="372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80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03D8D0-9021-F1FC-0F4F-D5F05577FC09}"/>
              </a:ext>
            </a:extLst>
          </p:cNvPr>
          <p:cNvSpPr txBox="1"/>
          <p:nvPr/>
        </p:nvSpPr>
        <p:spPr>
          <a:xfrm>
            <a:off x="1448657" y="544799"/>
            <a:ext cx="6102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Block 9: Receiver Slicer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89A8C0-AC0D-6A39-8C3C-820429049F96}"/>
              </a:ext>
            </a:extLst>
          </p:cNvPr>
          <p:cNvSpPr txBox="1"/>
          <p:nvPr/>
        </p:nvSpPr>
        <p:spPr>
          <a:xfrm>
            <a:off x="1448657" y="1197813"/>
            <a:ext cx="6102848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Comparator checks sampled value against threshold.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For NRZ threshold is usually 0 V.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Above threshold = bit 1, below = bit 0.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Final digital recovery stage.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CE50E6-6DDE-4861-3CEC-C41A201E1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136" y="2825393"/>
            <a:ext cx="5404207" cy="3895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45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0E2A27-1910-555D-B708-6C379FC460F3}"/>
              </a:ext>
            </a:extLst>
          </p:cNvPr>
          <p:cNvSpPr txBox="1"/>
          <p:nvPr/>
        </p:nvSpPr>
        <p:spPr>
          <a:xfrm>
            <a:off x="1248309" y="496297"/>
            <a:ext cx="6431621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MEASUREMENT AND ANALYSIS (SECTION 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D541BE-A69B-3806-EC2D-04CD792DD7D5}"/>
              </a:ext>
            </a:extLst>
          </p:cNvPr>
          <p:cNvSpPr txBox="1"/>
          <p:nvPr/>
        </p:nvSpPr>
        <p:spPr>
          <a:xfrm>
            <a:off x="1325366" y="1276158"/>
            <a:ext cx="9924836" cy="1890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Direct BER Calculation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XOR-based comparator is used which compares transmitted bits vs recovered bits over 10,000 iterations to find the exact Error Rate.</a:t>
            </a:r>
          </a:p>
          <a:p>
            <a:pPr>
              <a:lnSpc>
                <a:spcPct val="150000"/>
              </a:lnSpc>
            </a:pPr>
            <a:r>
              <a:rPr lang="sv-SE" sz="2000" dirty="0"/>
              <a:t>               </a:t>
            </a:r>
            <a:endParaRPr lang="en-US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B45242-714D-0B3D-6902-FD6665234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864" y="2692957"/>
            <a:ext cx="2928135" cy="9979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D0B26D-E194-83B3-9ADA-1170908F8969}"/>
              </a:ext>
            </a:extLst>
          </p:cNvPr>
          <p:cNvSpPr txBox="1"/>
          <p:nvPr/>
        </p:nvSpPr>
        <p:spPr>
          <a:xfrm>
            <a:off x="1325367" y="3507806"/>
            <a:ext cx="9924835" cy="1416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</a:pPr>
            <a:r>
              <a:rPr lang="en-US" sz="2000" b="1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2. Statistical Q-Factor</a:t>
            </a:r>
          </a:p>
          <a:p>
            <a:pPr algn="l">
              <a:lnSpc>
                <a:spcPct val="150000"/>
              </a:lnSpc>
              <a:spcAft>
                <a:spcPts val="900"/>
              </a:spcAft>
              <a:buNone/>
            </a:pPr>
            <a:r>
              <a:rPr lang="en-US" sz="2000" b="0" i="0" dirty="0">
                <a:solidFill>
                  <a:srgbClr val="334155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Used to estimate the "Quality" of the eye when direct errors are rare. It measures how far the '1' and '0' distributions are separated.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5269C7-0393-15FF-0636-BE0E5288B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0733" y="5247834"/>
            <a:ext cx="1524213" cy="6769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B35CAE-5C2A-5097-7C0A-2B8B172C1A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8961" y="5238894"/>
            <a:ext cx="2181529" cy="6858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D622A5-56AC-15B5-AA65-959B9A2A3D67}"/>
              </a:ext>
            </a:extLst>
          </p:cNvPr>
          <p:cNvSpPr txBox="1"/>
          <p:nvPr/>
        </p:nvSpPr>
        <p:spPr>
          <a:xfrm>
            <a:off x="1993188" y="6170657"/>
            <a:ext cx="9924835" cy="38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where (µ1,σ1) and (µ0,σ0) are the mean and standard deviation of the “1” and “0” voltage distributions, respectively.</a:t>
            </a:r>
          </a:p>
        </p:txBody>
      </p:sp>
    </p:spTree>
    <p:extLst>
      <p:ext uri="{BB962C8B-B14F-4D97-AF65-F5344CB8AC3E}">
        <p14:creationId xmlns:p14="http://schemas.microsoft.com/office/powerpoint/2010/main" val="263479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0548EE-381F-1F8F-3B14-5B17FCECFE0F}"/>
              </a:ext>
            </a:extLst>
          </p:cNvPr>
          <p:cNvSpPr txBox="1"/>
          <p:nvPr/>
        </p:nvSpPr>
        <p:spPr>
          <a:xfrm>
            <a:off x="1325367" y="452331"/>
            <a:ext cx="6102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RESULTS AND DISCUSSION: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9CB758-E9E8-39B1-5C05-E523BED551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67" b="14312"/>
          <a:stretch>
            <a:fillRect/>
          </a:stretch>
        </p:blipFill>
        <p:spPr>
          <a:xfrm>
            <a:off x="1032445" y="1160979"/>
            <a:ext cx="5735306" cy="19315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C44111-869E-6DA3-206B-D32B33B9E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266" y="3428999"/>
            <a:ext cx="3726360" cy="27937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306D914-7CE3-E332-F390-6E74DBD3E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4376" y="817170"/>
            <a:ext cx="3231858" cy="27937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BA4F71-72D9-B401-1B15-2547EE18F007}"/>
              </a:ext>
            </a:extLst>
          </p:cNvPr>
          <p:cNvSpPr txBox="1"/>
          <p:nvPr/>
        </p:nvSpPr>
        <p:spPr>
          <a:xfrm>
            <a:off x="5486400" y="4215277"/>
            <a:ext cx="6215329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Measured BER: 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0 (no errors in 10,000 bits)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Q-factor: 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&gt; 2.0 (effectively error-free)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Eye height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≈ 0.60V (near-ideal)</a:t>
            </a:r>
          </a:p>
        </p:txBody>
      </p:sp>
    </p:spTree>
    <p:extLst>
      <p:ext uri="{BB962C8B-B14F-4D97-AF65-F5344CB8AC3E}">
        <p14:creationId xmlns:p14="http://schemas.microsoft.com/office/powerpoint/2010/main" val="1516477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0E0377-6B82-70CA-193F-E47AD11E31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79" r="7705" b="28910"/>
          <a:stretch>
            <a:fillRect/>
          </a:stretch>
        </p:blipFill>
        <p:spPr>
          <a:xfrm>
            <a:off x="1332444" y="719191"/>
            <a:ext cx="5099178" cy="19931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FD8A2B-6300-EA21-28EB-7F726512C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020" y="3199399"/>
            <a:ext cx="3526713" cy="26440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5635C0-A6C6-EE3C-3D9C-7B514F753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289" y="3312022"/>
            <a:ext cx="3664802" cy="27475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4F34DF-BF7C-6D4F-013A-AEA4051F2222}"/>
              </a:ext>
            </a:extLst>
          </p:cNvPr>
          <p:cNvSpPr txBox="1"/>
          <p:nvPr/>
        </p:nvSpPr>
        <p:spPr>
          <a:xfrm>
            <a:off x="5297626" y="1335640"/>
            <a:ext cx="61028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Measured BER: 0</a:t>
            </a:r>
          </a:p>
          <a:p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Q-factor: ≈ 1.5 </a:t>
            </a:r>
          </a:p>
          <a:p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Eye height reduced but sufficient for reliable detection</a:t>
            </a:r>
          </a:p>
        </p:txBody>
      </p:sp>
    </p:spTree>
    <p:extLst>
      <p:ext uri="{BB962C8B-B14F-4D97-AF65-F5344CB8AC3E}">
        <p14:creationId xmlns:p14="http://schemas.microsoft.com/office/powerpoint/2010/main" val="2657880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4A5CF7-564F-A2D4-CFC7-7876DA000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96" y="3468234"/>
            <a:ext cx="3557206" cy="27740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61CB22-2A13-F3D7-3FA2-E591194DD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347" y="615701"/>
            <a:ext cx="3626778" cy="26591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834D25-F098-5154-3F13-3BB92A8F7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288" y="615701"/>
            <a:ext cx="5927236" cy="221996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34D5D8-8D2A-7019-5B80-6EDEFBC5C042}"/>
              </a:ext>
            </a:extLst>
          </p:cNvPr>
          <p:cNvSpPr txBox="1"/>
          <p:nvPr/>
        </p:nvSpPr>
        <p:spPr>
          <a:xfrm>
            <a:off x="4376791" y="4233624"/>
            <a:ext cx="72843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compressed UI significantly reduces timing margins, and even with aggressive de-emphasis, the eye opening is substantially reduced.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3635A7-4B0D-F133-53D1-B39B2CE2E326}"/>
              </a:ext>
            </a:extLst>
          </p:cNvPr>
          <p:cNvSpPr txBox="1"/>
          <p:nvPr/>
        </p:nvSpPr>
        <p:spPr>
          <a:xfrm>
            <a:off x="955499" y="2835667"/>
            <a:ext cx="61028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TUI = 15.625ps</a:t>
            </a:r>
          </a:p>
        </p:txBody>
      </p:sp>
    </p:spTree>
    <p:extLst>
      <p:ext uri="{BB962C8B-B14F-4D97-AF65-F5344CB8AC3E}">
        <p14:creationId xmlns:p14="http://schemas.microsoft.com/office/powerpoint/2010/main" val="2634381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9D975B-C4BB-E676-88D8-5B8604778F29}"/>
              </a:ext>
            </a:extLst>
          </p:cNvPr>
          <p:cNvSpPr txBox="1"/>
          <p:nvPr/>
        </p:nvSpPr>
        <p:spPr>
          <a:xfrm>
            <a:off x="1510302" y="544799"/>
            <a:ext cx="6102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Key Observations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DC4B1-9016-CF8C-DF1C-C4282586D032}"/>
              </a:ext>
            </a:extLst>
          </p:cNvPr>
          <p:cNvSpPr txBox="1"/>
          <p:nvPr/>
        </p:nvSpPr>
        <p:spPr>
          <a:xfrm>
            <a:off x="1160980" y="1474812"/>
            <a:ext cx="10222786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transition from 32GT/s to 64GT/s requires significantly stronger equalization.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Voltage noise causes vertical eye closure, jitter causes horizontal eye closure.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Q-factor method provides reliable BER estimation even when direct measurement shows zero errors.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FFE de-emphasis is essential for channels with insertion loss &gt; 1dB at Nyquist.</a:t>
            </a:r>
          </a:p>
        </p:txBody>
      </p:sp>
    </p:spTree>
    <p:extLst>
      <p:ext uri="{BB962C8B-B14F-4D97-AF65-F5344CB8AC3E}">
        <p14:creationId xmlns:p14="http://schemas.microsoft.com/office/powerpoint/2010/main" val="3388204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B82A31-536B-AFF6-734C-C8CEFACDF4C7}"/>
              </a:ext>
            </a:extLst>
          </p:cNvPr>
          <p:cNvSpPr txBox="1"/>
          <p:nvPr/>
        </p:nvSpPr>
        <p:spPr>
          <a:xfrm>
            <a:off x="1417834" y="1448642"/>
            <a:ext cx="8589195" cy="373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Overcoming Architectural Barriers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My simulation verified that FFE works for 32 GT/s but fails for 64 GT/s. Future extensions must include: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RX Equalization: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Continuous-Time Linear Equalizer (CTLE) and Decision Feedback Equalizer (DFE).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S-Parameters: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Replace RC models with S-parameter data for accurate reflection modeling.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740F4E-7264-CB6F-3BA3-42EADE5EF77A}"/>
              </a:ext>
            </a:extLst>
          </p:cNvPr>
          <p:cNvSpPr txBox="1"/>
          <p:nvPr/>
        </p:nvSpPr>
        <p:spPr>
          <a:xfrm>
            <a:off x="1417834" y="595901"/>
            <a:ext cx="5794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FUTURE SCOPE:</a:t>
            </a:r>
          </a:p>
        </p:txBody>
      </p:sp>
    </p:spTree>
    <p:extLst>
      <p:ext uri="{BB962C8B-B14F-4D97-AF65-F5344CB8AC3E}">
        <p14:creationId xmlns:p14="http://schemas.microsoft.com/office/powerpoint/2010/main" val="7257879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F37FC51-35A2-CBD4-BE86-53FB97B40672}"/>
              </a:ext>
            </a:extLst>
          </p:cNvPr>
          <p:cNvSpPr txBox="1"/>
          <p:nvPr/>
        </p:nvSpPr>
        <p:spPr>
          <a:xfrm>
            <a:off x="1561672" y="585895"/>
            <a:ext cx="61028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44911B-8506-9B1D-1770-D09D61E9BC45}"/>
              </a:ext>
            </a:extLst>
          </p:cNvPr>
          <p:cNvSpPr txBox="1"/>
          <p:nvPr/>
        </p:nvSpPr>
        <p:spPr>
          <a:xfrm>
            <a:off x="1339065" y="1170670"/>
            <a:ext cx="9513870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This work presents a complete, modular behavioral model for UCIe 2.0 high-speed serial links.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key achievements are: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 12-block architecture that maps one-to-one with the physical signal flow from transmitter silicon     through the channel to the receiver decision circuit.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Separate modeling of vertical eye closure (voltage noise) enabling independent analysis of noise.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155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 verified that while FFE compensates for attenuation, link stability is critically dependent on low jitter</a:t>
            </a: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725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9822826-289B-57D4-6AF8-93A757E6519C}"/>
              </a:ext>
            </a:extLst>
          </p:cNvPr>
          <p:cNvSpPr txBox="1"/>
          <p:nvPr/>
        </p:nvSpPr>
        <p:spPr>
          <a:xfrm>
            <a:off x="3933289" y="2219218"/>
            <a:ext cx="52706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092138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ustom 2">
      <a:dk1>
        <a:sysClr val="windowText" lastClr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{489E5B10-57E7-4701-936C-BA1FC63A1CF7}TF6d5feb1e-e145-43f1-b745-cb4b54c5ee975d365c52-ce22229b0e48</Template>
  <TotalTime>531</TotalTime>
  <Words>1000</Words>
  <Application>Microsoft Office PowerPoint</Application>
  <PresentationFormat>Widescreen</PresentationFormat>
  <Paragraphs>130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Tw Cen MT</vt:lpstr>
      <vt:lpstr>Circuit</vt:lpstr>
      <vt:lpstr>UCIe TX System-Level Behavioral Model (32 GT/s)</vt:lpstr>
      <vt:lpstr>Why UCIe &amp; Project Proposal </vt:lpstr>
      <vt:lpstr> Objective: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MAMTA BANDARI</dc:creator>
  <cp:lastModifiedBy>MAMTA BANDARI</cp:lastModifiedBy>
  <cp:revision>1</cp:revision>
  <dcterms:created xsi:type="dcterms:W3CDTF">2026-04-27T15:16:05Z</dcterms:created>
  <dcterms:modified xsi:type="dcterms:W3CDTF">2026-05-07T08:36:55Z</dcterms:modified>
</cp:coreProperties>
</file>